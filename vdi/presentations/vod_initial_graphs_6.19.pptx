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66" r:id="rId4"/>
    <p:sldId id="261" r:id="rId5"/>
    <p:sldId id="262" r:id="rId6"/>
    <p:sldId id="263" r:id="rId7"/>
    <p:sldId id="268" r:id="rId8"/>
    <p:sldId id="264" r:id="rId9"/>
    <p:sldId id="265" r:id="rId10"/>
    <p:sldId id="259" r:id="rId11"/>
    <p:sldId id="257" r:id="rId12"/>
    <p:sldId id="260" r:id="rId13"/>
    <p:sldId id="25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38"/>
    <p:restoredTop sz="94737"/>
  </p:normalViewPr>
  <p:slideViewPr>
    <p:cSldViewPr snapToGrid="0">
      <p:cViewPr>
        <p:scale>
          <a:sx n="119" d="100"/>
          <a:sy n="119" d="100"/>
        </p:scale>
        <p:origin x="80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62D5D-A20B-CD45-9E32-887391AF8316}" type="datetimeFigureOut">
              <a:rPr lang="en-US" smtClean="0"/>
              <a:t>6/19/25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B752DE-490C-B446-B4EC-623E296D8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7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B752DE-490C-B446-B4EC-623E296D8A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90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B752DE-490C-B446-B4EC-623E296D8A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3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B752DE-490C-B446-B4EC-623E296D8A9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33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5A952-360F-7638-DEF7-4FC88BFBA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04A6B-4748-96A8-9DBC-07372EF1A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B6249-30A9-4309-2830-CD40E4E37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94335-C0C1-A5C9-125E-AE29C8873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B752DE-490C-B446-B4EC-623E296D8A9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20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B752DE-490C-B446-B4EC-623E296D8A9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49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96D6-0374-DCF2-E36F-47BB73A0E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81D333-C00D-59B6-DEB6-8F58377EC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4E8D9-FBE0-3E89-8F17-F33126390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B307-09EF-4A4F-AAB9-441503542BFD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71E54-2A78-E80D-7B19-B9DB29CCE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D543C-5E6E-31FA-3A84-EB119DDBE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444D-E575-1248-95D2-4E0085AC3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89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1E9FA-D88F-555E-3EFE-EA5DAD440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35652-7AC4-51E2-051B-2233491DC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A368A-C7D0-052F-3AD3-1CFFD3C35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B307-09EF-4A4F-AAB9-441503542BFD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299DE-8DB8-49D6-A83B-D7C4A52CE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91512-A448-A74F-61D2-0D4671F33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444D-E575-1248-95D2-4E0085AC3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8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2E0C5-58B2-89E0-4939-EEE24FAC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A6EF9-FD50-B709-3CA5-A761B8DA6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52422-DB54-BAAD-1125-FBAE18AD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B307-09EF-4A4F-AAB9-441503542BFD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19580-3D98-F050-4042-16626FBDD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EA71E-9833-E411-9E9C-8C44880C9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444D-E575-1248-95D2-4E0085AC3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71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27BB-4B0B-5C37-450F-60B665616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82AFB-0C28-CE19-7E3B-A30885510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058214-20A7-56D1-77D9-EA2C30810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A783E-924A-593B-F254-FBDD45809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B307-09EF-4A4F-AAB9-441503542BFD}" type="datetimeFigureOut">
              <a:rPr lang="en-US" smtClean="0"/>
              <a:t>6/19/25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623B1-A172-6064-CAAF-637D0969A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CBB5E-2BF3-9986-12B1-F95565E17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444D-E575-1248-95D2-4E0085AC3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12A25-B19B-82C6-CADF-8CE2D0D24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47C8F-A439-3B8D-AEEE-DC2CDA7D6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7A395-4265-B9A1-AE13-1DAA2D823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F8809B-C242-758B-B4AB-4DEC995DEC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EE797-CB5A-94AA-4B07-CEBBD81B15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425FA1-8213-F4A4-BD4C-624C0DCEA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B307-09EF-4A4F-AAB9-441503542BFD}" type="datetimeFigureOut">
              <a:rPr lang="en-US" smtClean="0"/>
              <a:t>6/19/25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8F2574-60F2-DF27-7659-CD43D45D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A5482E-EE79-5F0F-B2A4-A9DBAE77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444D-E575-1248-95D2-4E0085AC3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4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8894-334D-E069-8754-F48F07A3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61FA8-CBD9-C298-BE78-82AA3DB4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B307-09EF-4A4F-AAB9-441503542BFD}" type="datetimeFigureOut">
              <a:rPr lang="en-US" smtClean="0"/>
              <a:t>6/19/25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41392-2DCB-B933-CC6C-8459988B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9522E-CDE5-32A9-120F-C04375D4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444D-E575-1248-95D2-4E0085AC3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EB0306-0C0F-C3BF-498E-E3996875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B307-09EF-4A4F-AAB9-441503542BFD}" type="datetimeFigureOut">
              <a:rPr lang="en-US" smtClean="0"/>
              <a:t>6/19/25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16A7A1-C66B-045C-A4D7-D5D931F2E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F4121-1DCB-5B98-2402-2F8396D6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444D-E575-1248-95D2-4E0085AC3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98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55EA5-033E-B8D9-4B66-D95768BED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051F4-08DE-1A4C-DBAC-405B35749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DF2FE-4822-FEE4-F6BA-2411985D0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FF09D-84EF-AD53-17ED-3A0D1D011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B307-09EF-4A4F-AAB9-441503542BFD}" type="datetimeFigureOut">
              <a:rPr lang="en-US" smtClean="0"/>
              <a:t>6/19/25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6D8EC-619C-24D7-AC05-12DA42370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F1DC2B-C78F-14A3-1E64-6504951B5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444D-E575-1248-95D2-4E0085AC3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22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DE50A-09E7-357E-5918-2C40B8C5C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380B6-4BFA-5AB4-9B95-CA0767669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8AE1E7-AE99-9FC1-96E6-9D83F7D58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32C7F-4EF2-1F78-B06B-2850F15A3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B307-09EF-4A4F-AAB9-441503542BFD}" type="datetimeFigureOut">
              <a:rPr lang="en-US" smtClean="0"/>
              <a:t>6/19/25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B3759-339F-E283-1F10-846D2C4FC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F518B-B706-77F4-D035-F638CFE7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444D-E575-1248-95D2-4E0085AC3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34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36DEE-7B84-53E9-2424-7A2B678C3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D5A05-7249-65E2-5AD2-987741B35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14F08-78AD-585E-C6FF-B62A640EC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B307-09EF-4A4F-AAB9-441503542BFD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37B7D-32A8-2998-F175-6A551310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7A6F3-0973-F4D2-EEBF-11C30D85F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444D-E575-1248-95D2-4E0085AC3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38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7AB960-A184-A504-FA5E-745F4B7D4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5BBB7-E9FE-2605-1315-B2837C180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1F4C9-0A02-1BD0-02AF-9B952475F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5B307-09EF-4A4F-AAB9-441503542BFD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9CAA4-285D-4409-F4E9-1BA84EA6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B8019-C831-32DC-F683-2CF6D4B1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3444D-E575-1248-95D2-4E0085AC3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47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B6E3B-E9E2-899B-CB51-E0707238C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B7D53-1C9A-01C9-2B79-1A35804ED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88704-4941-2333-A813-1E8F8FE6DA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45B307-09EF-4A4F-AAB9-441503542BFD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5A08E-B7A1-9E86-5D2E-2164DF9E18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6B7CF-A984-DAE3-B1DF-825C36450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03444D-E575-1248-95D2-4E0085AC3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F241C-3E4F-8529-86D6-AA2DBFE247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E3656F-04C4-5614-C7A3-6E2F480AD1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68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D979D-506F-6C44-29D4-54D0BC10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Query Values from Normal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BC9EB7-34EA-BB92-70C0-F72B5CD013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931" t="8584" r="8227"/>
          <a:stretch>
            <a:fillRect/>
          </a:stretch>
        </p:blipFill>
        <p:spPr>
          <a:xfrm>
            <a:off x="293494" y="1957890"/>
            <a:ext cx="11887200" cy="4425983"/>
          </a:xfrm>
        </p:spPr>
      </p:pic>
    </p:spTree>
    <p:extLst>
      <p:ext uri="{BB962C8B-B14F-4D97-AF65-F5344CB8AC3E}">
        <p14:creationId xmlns:p14="http://schemas.microsoft.com/office/powerpoint/2010/main" val="3991104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3EA5D-B8F5-41D4-3B55-80FF16AC2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Query Values from Pareto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504F03-2CFB-793E-7970-DCBFB6564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0341" t="9197" r="9148"/>
          <a:stretch>
            <a:fillRect/>
          </a:stretch>
        </p:blipFill>
        <p:spPr>
          <a:xfrm>
            <a:off x="290698" y="1947132"/>
            <a:ext cx="11772322" cy="4425696"/>
          </a:xfrm>
        </p:spPr>
      </p:pic>
    </p:spTree>
    <p:extLst>
      <p:ext uri="{BB962C8B-B14F-4D97-AF65-F5344CB8AC3E}">
        <p14:creationId xmlns:p14="http://schemas.microsoft.com/office/powerpoint/2010/main" val="646232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6ECDB-6E38-51EE-6616-DC3586375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Boris (Equal Weight Queries)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64B1DF-1816-C15D-7150-B9EC1549B8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0341" t="8584" r="8841"/>
          <a:stretch>
            <a:fillRect/>
          </a:stretch>
        </p:blipFill>
        <p:spPr>
          <a:xfrm>
            <a:off x="744737" y="1690688"/>
            <a:ext cx="10702526" cy="4035333"/>
          </a:xfrm>
        </p:spPr>
      </p:pic>
    </p:spTree>
    <p:extLst>
      <p:ext uri="{BB962C8B-B14F-4D97-AF65-F5344CB8AC3E}">
        <p14:creationId xmlns:p14="http://schemas.microsoft.com/office/powerpoint/2010/main" val="3023850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8EF0A-3169-D598-7296-CB8A0D620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TPCH 22 (5)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CB94B1-2193-05F3-DCD1-EA3B2A7C2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229" t="-2264" r="8229" b="2264"/>
          <a:stretch>
            <a:fillRect/>
          </a:stretch>
        </p:blipFill>
        <p:spPr>
          <a:xfrm>
            <a:off x="1" y="1518155"/>
            <a:ext cx="12192000" cy="4864608"/>
          </a:xfrm>
        </p:spPr>
      </p:pic>
    </p:spTree>
    <p:extLst>
      <p:ext uri="{BB962C8B-B14F-4D97-AF65-F5344CB8AC3E}">
        <p14:creationId xmlns:p14="http://schemas.microsoft.com/office/powerpoint/2010/main" val="449460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89117-C494-F7D4-B5B0-36D3E74C0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TPCH 22 (10)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67E991-3C88-F9CF-AC46-70A5BEAF4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210" r="8210"/>
          <a:stretch>
            <a:fillRect/>
          </a:stretch>
        </p:blipFill>
        <p:spPr>
          <a:xfrm>
            <a:off x="0" y="1630419"/>
            <a:ext cx="12192000" cy="4862456"/>
          </a:xfrm>
        </p:spPr>
      </p:pic>
    </p:spTree>
    <p:extLst>
      <p:ext uri="{BB962C8B-B14F-4D97-AF65-F5344CB8AC3E}">
        <p14:creationId xmlns:p14="http://schemas.microsoft.com/office/powerpoint/2010/main" val="1803280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2DC72-7E41-A7CE-835B-F34CAE70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TPCH 22 (25)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534679-C39C-E230-CFB9-36D02D5CAA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229" r="8229"/>
          <a:stretch>
            <a:fillRect/>
          </a:stretch>
        </p:blipFill>
        <p:spPr>
          <a:xfrm>
            <a:off x="0" y="1628267"/>
            <a:ext cx="12192000" cy="4864608"/>
          </a:xfrm>
        </p:spPr>
      </p:pic>
    </p:spTree>
    <p:extLst>
      <p:ext uri="{BB962C8B-B14F-4D97-AF65-F5344CB8AC3E}">
        <p14:creationId xmlns:p14="http://schemas.microsoft.com/office/powerpoint/2010/main" val="33284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69DC-C27E-4C18-E5AE-BCC7F2E9B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TPCH 22 (50)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543F4A-DBEF-1DAA-FB15-9D6B8BD31F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229" r="8229"/>
          <a:stretch>
            <a:fillRect/>
          </a:stretch>
        </p:blipFill>
        <p:spPr>
          <a:xfrm>
            <a:off x="0" y="1628267"/>
            <a:ext cx="12192000" cy="4864608"/>
          </a:xfrm>
        </p:spPr>
      </p:pic>
    </p:spTree>
    <p:extLst>
      <p:ext uri="{BB962C8B-B14F-4D97-AF65-F5344CB8AC3E}">
        <p14:creationId xmlns:p14="http://schemas.microsoft.com/office/powerpoint/2010/main" val="2419892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0422-1742-DBD6-DE01-39769D6F6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TPCH 22 (100)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FE8BAC-3038-FE91-ECEF-51146654D9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229" r="8229"/>
          <a:stretch>
            <a:fillRect/>
          </a:stretch>
        </p:blipFill>
        <p:spPr>
          <a:xfrm>
            <a:off x="0" y="1628267"/>
            <a:ext cx="12192000" cy="4864608"/>
          </a:xfrm>
        </p:spPr>
      </p:pic>
    </p:spTree>
    <p:extLst>
      <p:ext uri="{BB962C8B-B14F-4D97-AF65-F5344CB8AC3E}">
        <p14:creationId xmlns:p14="http://schemas.microsoft.com/office/powerpoint/2010/main" val="2396833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7C92B-50BD-5B3F-D000-6EA0571E4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3D591-BF8F-85A5-B4C7-C5450A609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Boris: Mean of Data Element Values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CB9F8A-5A18-A55B-6B8F-BEC53A50FD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0853" t="9811" r="9046"/>
          <a:stretch>
            <a:fillRect/>
          </a:stretch>
        </p:blipFill>
        <p:spPr>
          <a:xfrm>
            <a:off x="775538" y="2140772"/>
            <a:ext cx="11092808" cy="4163209"/>
          </a:xfrm>
        </p:spPr>
      </p:pic>
    </p:spTree>
    <p:extLst>
      <p:ext uri="{BB962C8B-B14F-4D97-AF65-F5344CB8AC3E}">
        <p14:creationId xmlns:p14="http://schemas.microsoft.com/office/powerpoint/2010/main" val="2923595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CC86-CE02-EA14-61BB-C079354D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Boris: Sum of Data Element Values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8C419F-076C-2EEA-7210-F1B01297FD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6905" t="775" r="43"/>
          <a:stretch>
            <a:fillRect/>
          </a:stretch>
        </p:blipFill>
        <p:spPr>
          <a:xfrm>
            <a:off x="-595259" y="1942688"/>
            <a:ext cx="12700641" cy="3930988"/>
          </a:xfrm>
        </p:spPr>
      </p:pic>
    </p:spTree>
    <p:extLst>
      <p:ext uri="{BB962C8B-B14F-4D97-AF65-F5344CB8AC3E}">
        <p14:creationId xmlns:p14="http://schemas.microsoft.com/office/powerpoint/2010/main" val="1925796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EE6D-5E7D-5328-7477-B0DAB9FAC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8277C-6488-62FB-471A-BDC7AEFD5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TPCH 22 (50): Mean of Data Elements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8712A0-B838-6EB2-5A60-83C28E776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0648" t="9811" r="9045"/>
          <a:stretch>
            <a:fillRect/>
          </a:stretch>
        </p:blipFill>
        <p:spPr>
          <a:xfrm>
            <a:off x="233692" y="1839558"/>
            <a:ext cx="11724615" cy="4389120"/>
          </a:xfrm>
        </p:spPr>
      </p:pic>
    </p:spTree>
    <p:extLst>
      <p:ext uri="{BB962C8B-B14F-4D97-AF65-F5344CB8AC3E}">
        <p14:creationId xmlns:p14="http://schemas.microsoft.com/office/powerpoint/2010/main" val="3969304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D5F3F-8148-95E6-B829-A20C0EBC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TPCH 22 (50): Sum of Data Elements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F94BBB1-8CDD-AA3E-29AC-68BC1399D0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613" y="1990165"/>
            <a:ext cx="12070080" cy="4023360"/>
          </a:xfrm>
        </p:spPr>
      </p:pic>
    </p:spTree>
    <p:extLst>
      <p:ext uri="{BB962C8B-B14F-4D97-AF65-F5344CB8AC3E}">
        <p14:creationId xmlns:p14="http://schemas.microsoft.com/office/powerpoint/2010/main" val="1753165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78</Words>
  <Application>Microsoft Macintosh PowerPoint</Application>
  <PresentationFormat>Widescreen</PresentationFormat>
  <Paragraphs>17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Random Query Values from Normal</vt:lpstr>
      <vt:lpstr>Random Query Values from Pareto</vt:lpstr>
      <vt:lpstr>Boris (Equal Weight Queries)</vt:lpstr>
      <vt:lpstr>TPCH 22 (5)</vt:lpstr>
      <vt:lpstr>TPCH 22 (10)</vt:lpstr>
      <vt:lpstr>TPCH 22 (25)</vt:lpstr>
      <vt:lpstr>TPCH 22 (50)</vt:lpstr>
      <vt:lpstr>TPCH 22 (100)</vt:lpstr>
      <vt:lpstr>Boris: Mean of Data Element Values</vt:lpstr>
      <vt:lpstr>Boris: Sum of Data Element Values</vt:lpstr>
      <vt:lpstr>TPCH 22 (50): Mean of Data Elements</vt:lpstr>
      <vt:lpstr>TPCH 22 (50): Sum of Data Elements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Tapan Srivastava</dc:creator>
  <cp:lastModifiedBy>Tapan Srivastava</cp:lastModifiedBy>
  <cp:revision>16</cp:revision>
  <dcterms:created xsi:type="dcterms:W3CDTF">2025-06-19T17:23:37Z</dcterms:created>
  <dcterms:modified xsi:type="dcterms:W3CDTF">2025-06-19T19:23:00Z</dcterms:modified>
</cp:coreProperties>
</file>